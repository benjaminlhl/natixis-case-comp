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client: NKE Private Wealth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2C5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611880" cy="45720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profile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288536" y="1051560"/>
            <a:ext cx="3611880" cy="45720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88536" y="10515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119872" y="1051560"/>
            <a:ext cx="3611880" cy="45720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19872" y="10515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tolerance: Moderate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457200" cy="457200"/>
          </a:xfrm>
          <a:prstGeom prst="ellipse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19656"/>
            <a:ext cx="237744" cy="23774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51560" y="16916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Provider: NKE Private Wealth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2039112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Prestigious single-family office for the Chak family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Third-generation dynasty; Japan and Greater China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infrastructure, renewables, real estate; net worth &gt; USD 2bn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328416"/>
            <a:ext cx="457200" cy="457200"/>
          </a:xfrm>
          <a:prstGeom prst="ellipse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438144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51560" y="33101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Client: The Chak Family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1051560" y="3657600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Patriarch has handed operations to G3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focused on strategic asset allocation and legacy planning in a volatile market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4443984"/>
            <a:ext cx="3611880" cy="1170432"/>
          </a:xfrm>
          <a:prstGeom prst="rect">
            <a:avLst/>
          </a:prstGeom>
          <a:solidFill>
            <a:srgbClr val="E8EFF5"/>
          </a:solidFill>
          <a:ln w="12700">
            <a:solidFill>
              <a:srgbClr val="2C5F82"/>
            </a:solidFill>
            <a:prstDash val="dash"/>
          </a:ln>
        </p:spPr>
      </p:sp>
      <p:sp>
        <p:nvSpPr>
          <p:cNvPr id="19" name="Text 15"/>
          <p:cNvSpPr txBox="1"/>
          <p:nvPr/>
        </p:nvSpPr>
        <p:spPr>
          <a:xfrm>
            <a:off x="640080" y="4535424"/>
            <a:ext cx="3246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mandate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USD 100mn in a product that compounds capital for future generations and captures Asia's digital transformation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288536" y="1709928"/>
            <a:ext cx="457200" cy="457200"/>
          </a:xfrm>
          <a:prstGeom prst="ellipse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819656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882896" y="16916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Capital for the next generations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4882896" y="2039112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the USD 100mn ticket while keeping a defined capital barrier, so the legacy sleeve is not an open-ended equity drawdown.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288536" y="3063240"/>
            <a:ext cx="457200" cy="457200"/>
          </a:xfrm>
          <a:prstGeom prst="ellipse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3172968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882896" y="30449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Digital transformation in Asia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4882896" y="3392424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 exposure to the compute–power–platform stack that sits next to the family's own tech-infrastructure and renewable plants.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288536" y="4416552"/>
            <a:ext cx="457200" cy="457200"/>
          </a:xfrm>
          <a:prstGeom prst="ellipse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264" y="4526280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882896" y="43982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Bridge old Asia and new tech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4882896" y="4745736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underlyings that connect Japan and Greater China real-economy franchises with emerging technology.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119872" y="1508760"/>
            <a:ext cx="3611880" cy="41605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257032" y="170992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82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8257032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8851392" y="1691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products</a:t>
            </a:r>
            <a:endParaRPr lang="en-US" sz="1350" dirty="0"/>
          </a:p>
        </p:txBody>
      </p:sp>
      <p:sp>
        <p:nvSpPr>
          <p:cNvPr id="36" name="Text 29"/>
          <p:cNvSpPr txBox="1"/>
          <p:nvPr/>
        </p:nvSpPr>
        <p:spPr>
          <a:xfrm>
            <a:off x="8851392" y="2039112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is open to structured notes / OTC, provided barriers and issuer credit are explicit.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8257032" y="30632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82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8257032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2"/>
          <p:cNvSpPr txBox="1"/>
          <p:nvPr/>
        </p:nvSpPr>
        <p:spPr>
          <a:xfrm>
            <a:off x="8851392" y="3044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&amp; liquidity</a:t>
            </a:r>
            <a:endParaRPr lang="en-US" sz="1350" dirty="0"/>
          </a:p>
        </p:txBody>
      </p:sp>
      <p:sp>
        <p:nvSpPr>
          <p:cNvPr id="40" name="Text 33"/>
          <p:cNvSpPr txBox="1"/>
          <p:nvPr/>
        </p:nvSpPr>
        <p:spPr>
          <a:xfrm>
            <a:off x="8851392" y="3392424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horizon; trade date 17 Sep 2026. Secondary liquidity accepted as limited (issuer bid, not an exchange).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8257032" y="441655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82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8257032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36"/>
          <p:cNvSpPr txBox="1"/>
          <p:nvPr/>
        </p:nvSpPr>
        <p:spPr>
          <a:xfrm>
            <a:off x="8851392" y="43982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eligibility</a:t>
            </a:r>
            <a:endParaRPr lang="en-US" sz="1350" dirty="0"/>
          </a:p>
        </p:txBody>
      </p:sp>
      <p:sp>
        <p:nvSpPr>
          <p:cNvPr id="44" name="Text 37"/>
          <p:cNvSpPr txBox="1"/>
          <p:nvPr/>
        </p:nvSpPr>
        <p:spPr>
          <a:xfrm>
            <a:off x="8851392" y="4745736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NKE / Natixis can design, price and book a bespoke note. Underlyings must be Bloomberg-searchable large caps; no OFAC names.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457200" y="5779008"/>
            <a:ext cx="11274552" cy="47548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548640" y="5779008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family owns Asian infrastructure, renewables and property. We should give them the AI hardware layer and exclude what they originally own.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1005840" y="6364224"/>
            <a:ext cx="2514600" cy="4572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457200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50" name="Text 43"/>
          <p:cNvSpPr txBox="1"/>
          <p:nvPr/>
        </p:nvSpPr>
        <p:spPr>
          <a:xfrm>
            <a:off x="428853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51" name="Text 44"/>
          <p:cNvSpPr txBox="1"/>
          <p:nvPr/>
        </p:nvSpPr>
        <p:spPr>
          <a:xfrm>
            <a:off x="812901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52" name="Text 45"/>
          <p:cNvSpPr txBox="1"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2026-10-08T05:17:45Z</dcterms:created>
  <dcterms:modified xsi:type="dcterms:W3CDTF">2026-10-08T05:17:45Z</dcterms:modified>
</cp:coreProperties>
</file>