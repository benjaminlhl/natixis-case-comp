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guaranteeing future capital unusually cheap. Each point ends with the autocall link: coupons paid on recovery (not timing), a diversified basket, capped upside that costs little, short duration, coupons funded by volatility, and protection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rising rates (bond duration risk),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 capital-protected autocall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Full capital protection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Long bonds face rising rates; buy-and-hold equity faces record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again</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Fed funds upper bound: hikes 2022–23, cuts 2024–25, a hike again on 16 Sep 2026 (median dot 4.1% for end-2026).</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3"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Bonds lose ~4.0% per 1% rate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 diversified ETF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USD 100 in 5 years costs USD 75.8 at 5.69%: capital protection fits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capital-protected autocall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2026-10-08T07:20:43Z</dcterms:created>
  <dcterms:modified xsi:type="dcterms:W3CDTF">2026-10-08T07:20:43Z</dcterms:modified>
</cp:coreProperties>
</file>